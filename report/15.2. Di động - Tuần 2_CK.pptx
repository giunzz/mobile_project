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Tahoma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oADoYcVKNRk2001SIyga3vSPC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Tahoma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idx="1" type="subTitle"/>
          </p:nvPr>
        </p:nvSpPr>
        <p:spPr>
          <a:xfrm>
            <a:off x="3352800" y="5791200"/>
            <a:ext cx="6299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320"/>
              </a:spcBef>
              <a:spcAft>
                <a:spcPts val="0"/>
              </a:spcAft>
              <a:buSzPts val="1600"/>
              <a:buFont typeface="Noto Sans Symbols"/>
              <a:buNone/>
              <a:defRPr b="1" sz="1600">
                <a:solidFill>
                  <a:schemeClr val="lt1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type="ctrTitle"/>
          </p:nvPr>
        </p:nvSpPr>
        <p:spPr>
          <a:xfrm>
            <a:off x="3759200" y="266700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>
                <a:solidFill>
                  <a:srgbClr val="14408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1625600" y="662940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4673600" y="6629400"/>
            <a:ext cx="13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9"/>
          <p:cNvGrpSpPr/>
          <p:nvPr/>
        </p:nvGrpSpPr>
        <p:grpSpPr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" name="Google Shape;11;p9"/>
            <p:cNvSpPr/>
            <p:nvPr/>
          </p:nvSpPr>
          <p:spPr>
            <a:xfrm>
              <a:off x="2448" y="384"/>
              <a:ext cx="3312" cy="96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9"/>
            <p:cNvSpPr/>
            <p:nvPr/>
          </p:nvSpPr>
          <p:spPr>
            <a:xfrm>
              <a:off x="2448" y="500"/>
              <a:ext cx="3312" cy="96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969696">
                    <a:alpha val="2705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9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sz="1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9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7" name="Google Shape;17;p9"/>
          <p:cNvGrpSpPr/>
          <p:nvPr/>
        </p:nvGrpSpPr>
        <p:grpSpPr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8" name="Google Shape;18;p9"/>
            <p:cNvSpPr/>
            <p:nvPr/>
          </p:nvSpPr>
          <p:spPr>
            <a:xfrm>
              <a:off x="412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9"/>
            <p:cNvSpPr/>
            <p:nvPr/>
          </p:nvSpPr>
          <p:spPr>
            <a:xfrm rot="5400000">
              <a:off x="412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9"/>
            <p:cNvSpPr/>
            <p:nvPr/>
          </p:nvSpPr>
          <p:spPr>
            <a:xfrm>
              <a:off x="4608" y="1920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9"/>
            <p:cNvSpPr/>
            <p:nvPr/>
          </p:nvSpPr>
          <p:spPr>
            <a:xfrm rot="5400000">
              <a:off x="4609" y="2495"/>
              <a:ext cx="528" cy="530"/>
            </a:xfrm>
            <a:custGeom>
              <a:rect b="b" l="l" r="r" t="t"/>
              <a:pathLst>
                <a:path extrusionOk="0" h="530" w="528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9"/>
          <p:cNvSpPr txBox="1"/>
          <p:nvPr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HCMC </a:t>
            </a: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 of Technology and Education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spreadsheets/d/1sClCX4doFPRGRslG_CvJLxAsMfU6heg3camePzlJto0/edit?usp=sharing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UAcZ67qPF3VFvOTvHJf-h0xTcMWovELR/edit?tab=t.0" TargetMode="External"/><Relationship Id="rId4" Type="http://schemas.openxmlformats.org/officeDocument/2006/relationships/hyperlink" Target="https://github.com/giunzz/mobile_projec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/>
          <p:nvPr>
            <p:ph type="ctrTitle"/>
          </p:nvPr>
        </p:nvSpPr>
        <p:spPr>
          <a:xfrm>
            <a:off x="3200400" y="2143115"/>
            <a:ext cx="8610600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Môn: Phát triển ứng dụng di động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(Tuần 2-Project cuối kì)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Guide: Huỳnh Hoàng Hà</a:t>
            </a:r>
            <a:endParaRPr b="1" sz="2000">
              <a:solidFill>
                <a:schemeClr val="accent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" name="Google Shape;3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1752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Mô hình dự kiến </a:t>
            </a:r>
            <a:endParaRPr/>
          </a:p>
        </p:txBody>
      </p:sp>
      <p:pic>
        <p:nvPicPr>
          <p:cNvPr id="44" name="Google Shape;4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4750" y="971925"/>
            <a:ext cx="8255101" cy="5280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Chức năng Mobile App </a:t>
            </a:r>
            <a:endParaRPr/>
          </a:p>
        </p:txBody>
      </p:sp>
      <p:pic>
        <p:nvPicPr>
          <p:cNvPr id="50" name="Google Shape;5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3175"/>
            <a:ext cx="11887199" cy="455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Quy trình triển khai </a:t>
            </a:r>
            <a:endParaRPr/>
          </a:p>
        </p:txBody>
      </p:sp>
      <p:pic>
        <p:nvPicPr>
          <p:cNvPr id="56" name="Google Shape;5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60014"/>
            <a:ext cx="11887199" cy="2706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Tiến độ thực tế (dự kiến)</a:t>
            </a:r>
            <a:endParaRPr/>
          </a:p>
        </p:txBody>
      </p:sp>
      <p:sp>
        <p:nvSpPr>
          <p:cNvPr id="62" name="Google Shape;62;p5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Phân công 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https://docs.google.com/spreadsheets/d/1sClCX4doFPRGRslG_CvJLxAsMfU6heg3camePzlJto0/edit?usp=sharing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750" y="2782275"/>
            <a:ext cx="7274898" cy="323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 txBox="1"/>
          <p:nvPr>
            <p:ph type="title"/>
          </p:nvPr>
        </p:nvSpPr>
        <p:spPr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 Report mỗi tuần ( 🡪 đồng bộ lên github)</a:t>
            </a:r>
            <a:endParaRPr/>
          </a:p>
        </p:txBody>
      </p:sp>
      <p:sp>
        <p:nvSpPr>
          <p:cNvPr id="69" name="Google Shape;69;p6"/>
          <p:cNvSpPr txBox="1"/>
          <p:nvPr>
            <p:ph idx="1" type="body"/>
          </p:nvPr>
        </p:nvSpPr>
        <p:spPr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Gồm: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File word: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https://docs.google.com/document/d/1UAcZ67qPF3VFvOTvHJf-h0xTcMWovELR/edit?tab=t.0</a:t>
            </a:r>
            <a:r>
              <a:rPr lang="en-US"/>
              <a:t>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Slide: tóm tắt/tổng hợp kết quả tuần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Github: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https://github.com/giunzz/mobile_project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2842661" y="2819400"/>
            <a:ext cx="6858000" cy="7620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gradFill>
                  <a:gsLst>
                    <a:gs pos="0">
                      <a:schemeClr val="accent1"/>
                    </a:gs>
                    <a:gs pos="100000">
                      <a:schemeClr val="folHlink"/>
                    </a:gs>
                  </a:gsLst>
                  <a:lin ang="5400000" scaled="0"/>
                </a:gradFill>
                <a:latin typeface="Verdana"/>
              </a:rPr>
              <a:t>Thank You</a:t>
            </a:r>
          </a:p>
        </p:txBody>
      </p:sp>
      <p:sp>
        <p:nvSpPr>
          <p:cNvPr id="75" name="Google Shape;75;p8"/>
          <p:cNvSpPr/>
          <p:nvPr/>
        </p:nvSpPr>
        <p:spPr>
          <a:xfrm>
            <a:off x="5181600" y="5867400"/>
            <a:ext cx="358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rPr b="1"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www.themegallery.com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2017-11-10T03:20:57Z</dcterms:created>
  <dc:creator>FANCA</dc:creator>
</cp:coreProperties>
</file>