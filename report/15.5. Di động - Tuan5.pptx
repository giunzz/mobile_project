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6" r:id="rId2"/>
    <p:sldId id="302" r:id="rId3"/>
    <p:sldId id="301" r:id="rId4"/>
    <p:sldId id="258" r:id="rId5"/>
    <p:sldId id="314" r:id="rId6"/>
    <p:sldId id="311" r:id="rId7"/>
    <p:sldId id="305" r:id="rId8"/>
    <p:sldId id="313" r:id="rId9"/>
    <p:sldId id="315" r:id="rId10"/>
    <p:sldId id="316" r:id="rId11"/>
    <p:sldId id="317" r:id="rId12"/>
    <p:sldId id="318" r:id="rId13"/>
    <p:sldId id="304" r:id="rId14"/>
    <p:sldId id="275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8" autoAdjust="0"/>
    <p:restoredTop sz="95657" autoAdjust="0"/>
  </p:normalViewPr>
  <p:slideViewPr>
    <p:cSldViewPr>
      <p:cViewPr varScale="1">
        <p:scale>
          <a:sx n="81" d="100"/>
          <a:sy n="81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giunzz/mobile_projec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-9PNQV2SPLQLSao_ZxBmxh218x9svbVC?usp=sharin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Môn: Phát triển ứng dụng di động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(Tuần 4 – Viết cuốn báo cáo)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FA2BC7-3D15-4008-93F5-9AF4CD66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87" y="273581"/>
            <a:ext cx="11887200" cy="658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88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Mô hình tổng quát</a:t>
            </a:r>
          </a:p>
        </p:txBody>
      </p:sp>
      <p:pic>
        <p:nvPicPr>
          <p:cNvPr id="8" name="Google Shape;44;p2">
            <a:extLst>
              <a:ext uri="{FF2B5EF4-FFF2-40B4-BE49-F238E27FC236}">
                <a16:creationId xmlns:a16="http://schemas.microsoft.com/office/drawing/2014/main" id="{B9D72842-4B88-4795-92A1-64DEC2EC992A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3149" y="1219200"/>
            <a:ext cx="7385702" cy="472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31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Chức năng Mobile App </a:t>
            </a:r>
            <a:endParaRPr/>
          </a:p>
        </p:txBody>
      </p:sp>
      <p:pic>
        <p:nvPicPr>
          <p:cNvPr id="50" name="Google Shape;5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3175"/>
            <a:ext cx="11887199" cy="455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 (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đồng bộ lên github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 Nộp utex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E681-6D67-4CD4-8AC0-AD82662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Gồm:</a:t>
            </a:r>
          </a:p>
          <a:p>
            <a:r>
              <a:rPr lang="en-US"/>
              <a:t>Github:</a:t>
            </a:r>
            <a:r>
              <a:rPr lang="en-US">
                <a:hlinkClick r:id="rId2"/>
              </a:rPr>
              <a:t>giunzz/mobile_project</a:t>
            </a:r>
            <a:endParaRPr lang="en-US"/>
          </a:p>
          <a:p>
            <a:r>
              <a:rPr lang="en-US"/>
              <a:t>File word: tổng kết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33469-82A0-44EE-8FAA-B2BE8C129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3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Lưu đồ thuật toán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A2B2C4-88E7-4289-BDCF-B5A903192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066800"/>
            <a:ext cx="2833212" cy="47244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39036-6D6F-4742-A584-80AC7D136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85" y="1020764"/>
            <a:ext cx="3177815" cy="5082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926D0A-40D5-44CE-9D72-888A56FC4B86}"/>
              </a:ext>
            </a:extLst>
          </p:cNvPr>
          <p:cNvSpPr txBox="1"/>
          <p:nvPr/>
        </p:nvSpPr>
        <p:spPr>
          <a:xfrm>
            <a:off x="4455735" y="1261161"/>
            <a:ext cx="40393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</a:rPr>
              <a:t>Hình 2: </a:t>
            </a:r>
            <a:r>
              <a:rPr lang="vi-VN" b="0" i="0">
                <a:effectLst/>
              </a:rPr>
              <a:t>Lưu đồ điều khiển cấp thức ăn dựa trên phản hồi khối lượng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A3CCBE-1055-41D2-B304-CD577AE3AB8C}"/>
              </a:ext>
            </a:extLst>
          </p:cNvPr>
          <p:cNvSpPr txBox="1"/>
          <p:nvPr/>
        </p:nvSpPr>
        <p:spPr>
          <a:xfrm>
            <a:off x="381000" y="591907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0" i="0">
                <a:effectLst/>
              </a:rPr>
              <a:t>Hình 1: . Lưu đồ thuật toán cấp thức ăn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3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Kết quả 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57B234-06F4-4A2E-A203-55B084A21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</p:spPr>
        <p:txBody>
          <a:bodyPr/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Tổng quan 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Kết quả phần mềm 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Tính năng detect pets (kèm mô hình AI) 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Tính năng cho ăn theo chó/mèo -&gt; ngay lập tức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Đặt lịch cho ăn  </a:t>
            </a:r>
          </a:p>
        </p:txBody>
      </p:sp>
    </p:spTree>
    <p:extLst>
      <p:ext uri="{BB962C8B-B14F-4D97-AF65-F5344CB8AC3E}">
        <p14:creationId xmlns:p14="http://schemas.microsoft.com/office/powerpoint/2010/main" val="267323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6C97C-2295-4BB8-BACE-7337CF7E26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020764"/>
            <a:ext cx="8915399" cy="5163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03A4C-64FC-4716-8E10-F9D4D858BE59}"/>
              </a:ext>
            </a:extLst>
          </p:cNvPr>
          <p:cNvSpPr txBox="1"/>
          <p:nvPr/>
        </p:nvSpPr>
        <p:spPr>
          <a:xfrm>
            <a:off x="304800" y="2499808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validation sơ bộ của student có KD đạt Accuracy = 94,04% và Macro-F1 = 93,08% với 20.607 tham số và 10,284M MACs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603A60-5844-4073-8B5E-FA4BCF244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22086"/>
              </p:ext>
            </p:extLst>
          </p:nvPr>
        </p:nvGraphicFramePr>
        <p:xfrm>
          <a:off x="-3733800" y="2707317"/>
          <a:ext cx="3240405" cy="3512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75341651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1699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Cơ chế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Thiết lập / nguyên tắc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33937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Stratified split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80/10/10, seed 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2763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Test 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Không đánh giá test trong model selection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17138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Augmentation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Crop, flip, jitter, rotation; erasing off ban đầu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21938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Weight decay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5e−4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4387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Label smoothing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48405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700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Early stopping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Patience 8; min_delta 0.001 macro-F1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961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KD ramp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Tăng dần KD weight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27749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Numerical guard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Margin FP32 + epsilon &gt;=1e−6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417597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896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50323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Related work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4F6B7-EEC7-41CB-B625-5E6D5D654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156609"/>
              </p:ext>
            </p:extLst>
          </p:nvPr>
        </p:nvGraphicFramePr>
        <p:xfrm>
          <a:off x="1447800" y="1447800"/>
          <a:ext cx="10210800" cy="4724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63858027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4254456753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474246766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43240910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56021965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493251080"/>
                    </a:ext>
                  </a:extLst>
                </a:gridCol>
              </a:tblGrid>
              <a:tr h="334048">
                <a:tc>
                  <a:txBody>
                    <a:bodyPr/>
                    <a:lstStyle/>
                    <a:p>
                      <a:r>
                        <a:rPr lang="en-US" sz="900"/>
                        <a:t>Method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Year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Method Description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Accuracy (%) ↑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F1 ↑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Params (M) ↓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65911135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Light CNN + PCNN/DWT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2023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PCNN feature extractor + DWT compression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69.11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0.9955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0.011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3371869268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/>
                        <a:t>EfficientNetV2-S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EfficientNetV2 + pretrained fine-tuning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97.57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0.9757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20.434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472271917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/>
                        <a:t>Multi-Path CNN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Multi-scale convolution + attention fusion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97.30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0.9730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0.927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3994606638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PAM + ResNet-20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2024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Probabilistic attention integrated into ResNet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91.62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0.9146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0.57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760687589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ResNet-Lite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2024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Lightweight residual CNN + knowledge distillation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89.56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0.8930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1.425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4164296331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/>
                        <a:t>SNN-SqueezeNet-P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LIF-based SNN + structured pruning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81.00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0.8100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0.599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44565052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EfficientNet-B0*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Lightweight EfficientNet in FPGA-oriented AL pipeline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88.25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0.8825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5.3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16970360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 b="1"/>
                        <a:t>Ours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94.04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0.938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0.23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2113182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045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03A4C-64FC-4716-8E10-F9D4D858BE59}"/>
              </a:ext>
            </a:extLst>
          </p:cNvPr>
          <p:cNvSpPr txBox="1"/>
          <p:nvPr/>
        </p:nvSpPr>
        <p:spPr>
          <a:xfrm>
            <a:off x="304800" y="2499808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validation sơ bộ của student có KD đạt Accuracy = 94,04% và Macro-F1 = 93,08% với 20.607 tham số và 10,284M MACs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603A60-5844-4073-8B5E-FA4BCF244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283345"/>
              </p:ext>
            </p:extLst>
          </p:nvPr>
        </p:nvGraphicFramePr>
        <p:xfrm>
          <a:off x="3962400" y="3581400"/>
          <a:ext cx="6324600" cy="2592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753416517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1699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Cơ chế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Thiết lập / nguyên tắc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33937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Stratified split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80/10/10, seed 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2763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Test 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Không đánh giá test trong model selection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17138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Augmentation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Crop, flip, jitter, rotation; erasing off ban đầu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21938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Weight decay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5e−4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4387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Label smoothing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48405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700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Early stopping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Patience 8; min_delta 0.001 macro-F1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961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KD ramp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Tăng dần KD weight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27749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Numerical guard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Margin FP32 + epsilon &gt;=1e−6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41759763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0A8EBA5-F587-44CF-B454-C04FDEA31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985204"/>
            <a:ext cx="7753350" cy="249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82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899C90-6FBC-4AAF-BA14-DE9B0CF9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1" y="1194577"/>
            <a:ext cx="8085521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7B044-5409-40E4-890D-574F7CE6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930080"/>
            <a:ext cx="6091521" cy="3179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FC71CF-81EE-4422-A033-59180328B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4114800"/>
            <a:ext cx="5781039" cy="207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68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F06C-41C4-4254-9FC4-B6680C3E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Viết cuốn báo cáo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052C7-25C8-4B47-BEA7-580C29C2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Mẫu cuốn báo cáo. </a:t>
            </a:r>
            <a:r>
              <a:rPr lang="en-US">
                <a:hlinkClick r:id="rId2"/>
              </a:rPr>
              <a:t>Link</a:t>
            </a:r>
            <a:endParaRPr lang="en-US"/>
          </a:p>
          <a:p>
            <a:r>
              <a:rPr lang="en-US"/>
              <a:t>Yêu cầu: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1: Tổng quan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2: C</a:t>
            </a:r>
            <a:r>
              <a:rPr lang="vi-VN"/>
              <a:t>ơ</a:t>
            </a:r>
            <a:r>
              <a:rPr lang="en-US"/>
              <a:t> sở lý thuyết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3: Phân tích và thiết kế hệ thống (2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4: Phân tích kết quả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5: Kết luận (1 tuần) -&gt; Nộp hoàn thiện</a:t>
            </a:r>
          </a:p>
        </p:txBody>
      </p:sp>
    </p:spTree>
    <p:extLst>
      <p:ext uri="{BB962C8B-B14F-4D97-AF65-F5344CB8AC3E}">
        <p14:creationId xmlns:p14="http://schemas.microsoft.com/office/powerpoint/2010/main" val="459005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4772</TotalTime>
  <Words>590</Words>
  <Application>Microsoft Office PowerPoint</Application>
  <PresentationFormat>Widescreen</PresentationFormat>
  <Paragraphs>136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Tahoma</vt:lpstr>
      <vt:lpstr>Times New Roman</vt:lpstr>
      <vt:lpstr>Verdana</vt:lpstr>
      <vt:lpstr>Wingdings</vt:lpstr>
      <vt:lpstr>cdb2004212gl</vt:lpstr>
      <vt:lpstr>Môn: Phát triển ứng dụng di động (Tuần 4 – Viết cuốn báo cáo)</vt:lpstr>
      <vt:lpstr>PowerPoint Presentation</vt:lpstr>
      <vt:lpstr>1. Mô hình tổng quát</vt:lpstr>
      <vt:lpstr>2. Chức năng Mobile App </vt:lpstr>
      <vt:lpstr>2. Report mỗi tuần (  đồng bộ lên github  Nộp utex)</vt:lpstr>
      <vt:lpstr>3. Lưu đồ thuật toán</vt:lpstr>
      <vt:lpstr>3. Kết quả demo</vt:lpstr>
      <vt:lpstr>2. Report mỗi tuần</vt:lpstr>
      <vt:lpstr>2. Report mỗi tuần</vt:lpstr>
      <vt:lpstr>2. Report mỗi tuần</vt:lpstr>
      <vt:lpstr>2. Report mỗi tuần</vt:lpstr>
      <vt:lpstr>2. Report mỗi tuần</vt:lpstr>
      <vt:lpstr>3. Viết cuốn báo cáo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Dung Hoang</cp:lastModifiedBy>
  <cp:revision>409</cp:revision>
  <cp:lastPrinted>2018-01-16T10:17:52Z</cp:lastPrinted>
  <dcterms:created xsi:type="dcterms:W3CDTF">2017-11-10T03:20:57Z</dcterms:created>
  <dcterms:modified xsi:type="dcterms:W3CDTF">2026-10-12T06:32:07Z</dcterms:modified>
</cp:coreProperties>
</file>